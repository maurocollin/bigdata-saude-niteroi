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857" r:id="rId2"/>
    <p:sldId id="941" r:id="rId3"/>
    <p:sldId id="1046" r:id="rId4"/>
    <p:sldId id="1047" r:id="rId5"/>
    <p:sldId id="1050" r:id="rId6"/>
    <p:sldId id="1048" r:id="rId7"/>
    <p:sldId id="104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A7A7"/>
    <a:srgbClr val="0AA7EC"/>
    <a:srgbClr val="FFFFFF"/>
    <a:srgbClr val="000000"/>
    <a:srgbClr val="0C8DA0"/>
    <a:srgbClr val="008095"/>
    <a:srgbClr val="4AB0A3"/>
    <a:srgbClr val="3C618A"/>
    <a:srgbClr val="FEF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621FFD4-934C-4D27-B74A-B50F15DBDD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8007CC-E449-416C-BCDB-6A92F5B3CC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7E2A3-4A8E-400C-8856-85A4445127F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D309BD-F751-4428-8936-DB7C04CCCA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A2D091-2370-4989-9D16-1006197654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67E7C-A850-4AF1-9875-1DBBDD90B5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3003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0471-A52B-42D2-8187-92655EE414BB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56ADA4-B8C0-4C47-9201-3F105287DC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68563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32860"/>
            <a:ext cx="9144000" cy="1209659"/>
          </a:xfrm>
        </p:spPr>
        <p:txBody>
          <a:bodyPr>
            <a:normAutofit/>
          </a:bodyPr>
          <a:lstStyle>
            <a:lvl1pPr marL="0" indent="0" algn="ctr">
              <a:buNone/>
              <a:defRPr sz="3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27D3398-1787-4E0A-8989-8B3A3145BC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48831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2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333" y="136525"/>
            <a:ext cx="10515600" cy="1150737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333" y="1642369"/>
            <a:ext cx="10888467" cy="4534594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05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57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04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852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624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01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0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255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133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2283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90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8F777-81FA-4FC3-8356-7C17D3C33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9775" y="168445"/>
            <a:ext cx="7412448" cy="2522117"/>
          </a:xfrm>
        </p:spPr>
        <p:txBody>
          <a:bodyPr>
            <a:noAutofit/>
          </a:bodyPr>
          <a:lstStyle/>
          <a:p>
            <a:r>
              <a:rPr lang="pt-BR" dirty="0"/>
              <a:t>TÍTULO DO TRABALHO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4B630E-84CB-4D34-A480-14ACA0148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4788" y="3877537"/>
            <a:ext cx="8202422" cy="20653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4000" dirty="0"/>
              <a:t>NOME DOS INTEGRANTES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4000" dirty="0">
                <a:solidFill>
                  <a:srgbClr val="0066FF"/>
                </a:solidFill>
              </a:rPr>
              <a:t>MATRÍCULAS</a:t>
            </a:r>
          </a:p>
        </p:txBody>
      </p:sp>
    </p:spTree>
    <p:extLst>
      <p:ext uri="{BB962C8B-B14F-4D97-AF65-F5344CB8AC3E}">
        <p14:creationId xmlns:p14="http://schemas.microsoft.com/office/powerpoint/2010/main" val="3186912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DD4ED-D4ED-D024-7731-B3F932C47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213" y="65504"/>
            <a:ext cx="9793717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Introdução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FF8101-7D88-D7E1-54CC-5DCDC0C6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A7D931-081D-9456-FF1C-793A24675BF1}"/>
              </a:ext>
            </a:extLst>
          </p:cNvPr>
          <p:cNvSpPr txBox="1"/>
          <p:nvPr/>
        </p:nvSpPr>
        <p:spPr>
          <a:xfrm>
            <a:off x="283689" y="1394231"/>
            <a:ext cx="1160076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000" dirty="0">
                <a:highlight>
                  <a:srgbClr val="FFFFFF"/>
                </a:highlight>
              </a:rPr>
              <a:t>Apresentação inicial sobre o tema do trabalho e a problemática que foi trabalhada.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3000" dirty="0">
                <a:highlight>
                  <a:srgbClr val="FFFFFF"/>
                </a:highlight>
              </a:rPr>
              <a:t>Falar sobre a </a:t>
            </a:r>
            <a:r>
              <a:rPr lang="pt-BR" sz="3000" b="1" dirty="0">
                <a:highlight>
                  <a:srgbClr val="FFFFFF"/>
                </a:highlight>
              </a:rPr>
              <a:t>problemática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3000" dirty="0">
                <a:highlight>
                  <a:srgbClr val="FFFFFF"/>
                </a:highlight>
              </a:rPr>
              <a:t>Falar sobre </a:t>
            </a:r>
            <a:r>
              <a:rPr lang="pt-BR" sz="3000" b="1" dirty="0">
                <a:highlight>
                  <a:srgbClr val="FFFFFF"/>
                </a:highlight>
              </a:rPr>
              <a:t>solução apresentada </a:t>
            </a:r>
            <a:r>
              <a:rPr lang="pt-BR" sz="3000" dirty="0">
                <a:highlight>
                  <a:srgbClr val="FFFFFF"/>
                </a:highlight>
              </a:rPr>
              <a:t>(análise realizada)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3000" dirty="0">
                <a:highlight>
                  <a:srgbClr val="FFFFFF"/>
                </a:highlight>
              </a:rPr>
              <a:t>Qual impacto social do trabalho?</a:t>
            </a:r>
            <a:endParaRPr lang="pt-BR" sz="3000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A8A5E6ED-D845-C81A-C68C-5A98DE024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839075D-958C-1280-5243-3809DCC069C5}"/>
              </a:ext>
            </a:extLst>
          </p:cNvPr>
          <p:cNvSpPr txBox="1"/>
          <p:nvPr/>
        </p:nvSpPr>
        <p:spPr>
          <a:xfrm>
            <a:off x="7504923" y="5232936"/>
            <a:ext cx="355496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Tempo:  2 minutos</a:t>
            </a:r>
          </a:p>
        </p:txBody>
      </p:sp>
    </p:spTree>
    <p:extLst>
      <p:ext uri="{BB962C8B-B14F-4D97-AF65-F5344CB8AC3E}">
        <p14:creationId xmlns:p14="http://schemas.microsoft.com/office/powerpoint/2010/main" val="2733816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F6E54-D8AA-B49D-497E-DC33489F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18E51-5B33-995C-CCCF-06A669F6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9" y="65504"/>
            <a:ext cx="9945232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Objetivos Geral e Específico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3DE75C-ECF5-E45B-A436-FA1237FB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AA46B7-FBC4-E5BB-0B76-B9BD2917BC54}"/>
              </a:ext>
            </a:extLst>
          </p:cNvPr>
          <p:cNvSpPr txBox="1"/>
          <p:nvPr/>
        </p:nvSpPr>
        <p:spPr>
          <a:xfrm>
            <a:off x="283689" y="1394231"/>
            <a:ext cx="116007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000" dirty="0">
                <a:highlight>
                  <a:srgbClr val="FFFFFF"/>
                </a:highlight>
              </a:rPr>
              <a:t>Fale sobre os </a:t>
            </a:r>
            <a:r>
              <a:rPr lang="pt-BR" sz="3000" b="1" dirty="0">
                <a:highlight>
                  <a:srgbClr val="FFFFFF"/>
                </a:highlight>
              </a:rPr>
              <a:t>Objetivos Gerais </a:t>
            </a:r>
            <a:r>
              <a:rPr lang="pt-BR" sz="3000" dirty="0">
                <a:highlight>
                  <a:srgbClr val="FFFFFF"/>
                </a:highlight>
              </a:rPr>
              <a:t>e </a:t>
            </a:r>
            <a:r>
              <a:rPr lang="pt-BR" sz="3000" b="1" dirty="0">
                <a:highlight>
                  <a:srgbClr val="FFFFFF"/>
                </a:highlight>
              </a:rPr>
              <a:t>Específicos</a:t>
            </a:r>
            <a:r>
              <a:rPr lang="pt-BR" sz="3000" dirty="0">
                <a:highlight>
                  <a:srgbClr val="FFFFFF"/>
                </a:highlight>
              </a:rPr>
              <a:t> do trabalho</a:t>
            </a:r>
            <a:endParaRPr lang="pt-BR" sz="3000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34761A26-C142-6C94-01C8-B56CC3FBB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6645228-FBC0-7883-8152-FA0D48FE272E}"/>
              </a:ext>
            </a:extLst>
          </p:cNvPr>
          <p:cNvSpPr txBox="1"/>
          <p:nvPr/>
        </p:nvSpPr>
        <p:spPr>
          <a:xfrm>
            <a:off x="7504923" y="5232936"/>
            <a:ext cx="355496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Tempo:  1 minuto</a:t>
            </a:r>
          </a:p>
        </p:txBody>
      </p:sp>
    </p:spTree>
    <p:extLst>
      <p:ext uri="{BB962C8B-B14F-4D97-AF65-F5344CB8AC3E}">
        <p14:creationId xmlns:p14="http://schemas.microsoft.com/office/powerpoint/2010/main" val="374738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6F81-1443-0A48-EF3C-12C4F44D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A5F91-4277-B0AA-C9D3-EE4F0763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9" y="65504"/>
            <a:ext cx="9945232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Ferramentas Usadas 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D26B82-94F0-4E9A-9DB1-9C376E01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B1DBF0-8ED3-6936-338C-D90FED8B6021}"/>
              </a:ext>
            </a:extLst>
          </p:cNvPr>
          <p:cNvSpPr txBox="1"/>
          <p:nvPr/>
        </p:nvSpPr>
        <p:spPr>
          <a:xfrm>
            <a:off x="283689" y="1394231"/>
            <a:ext cx="116007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000" dirty="0">
                <a:highlight>
                  <a:srgbClr val="FFFFFF"/>
                </a:highlight>
              </a:rPr>
              <a:t>Descreva as ferramentas utilizadas no trabalho: Python, Google Colab, Pandas, </a:t>
            </a:r>
            <a:r>
              <a:rPr lang="pt-BR" sz="3000" dirty="0" err="1">
                <a:highlight>
                  <a:srgbClr val="FFFFFF"/>
                </a:highlight>
              </a:rPr>
              <a:t>PySpark</a:t>
            </a:r>
            <a:r>
              <a:rPr lang="pt-BR" sz="3000" dirty="0">
                <a:highlight>
                  <a:srgbClr val="FFFFFF"/>
                </a:highlight>
              </a:rPr>
              <a:t>, </a:t>
            </a:r>
            <a:r>
              <a:rPr lang="pt-BR" sz="3000" dirty="0" err="1">
                <a:highlight>
                  <a:srgbClr val="FFFFFF"/>
                </a:highlight>
              </a:rPr>
              <a:t>Matplotlib</a:t>
            </a:r>
            <a:r>
              <a:rPr lang="pt-BR" sz="3000" dirty="0">
                <a:highlight>
                  <a:srgbClr val="FFFFFF"/>
                </a:highlight>
              </a:rPr>
              <a:t>, </a:t>
            </a:r>
            <a:r>
              <a:rPr lang="pt-BR" sz="3000" dirty="0" err="1">
                <a:highlight>
                  <a:srgbClr val="FFFFFF"/>
                </a:highlight>
              </a:rPr>
              <a:t>Numpy</a:t>
            </a:r>
            <a:r>
              <a:rPr lang="pt-BR" sz="3000" dirty="0">
                <a:highlight>
                  <a:srgbClr val="FFFFFF"/>
                </a:highlight>
              </a:rPr>
              <a:t>, </a:t>
            </a:r>
            <a:r>
              <a:rPr lang="pt-BR" sz="3000" dirty="0" err="1">
                <a:highlight>
                  <a:srgbClr val="FFFFFF"/>
                </a:highlight>
              </a:rPr>
              <a:t>Scikit</a:t>
            </a:r>
            <a:r>
              <a:rPr lang="pt-BR" sz="3000" dirty="0">
                <a:highlight>
                  <a:srgbClr val="FFFFFF"/>
                </a:highlight>
              </a:rPr>
              <a:t> learning, etc.</a:t>
            </a:r>
            <a:endParaRPr lang="pt-BR" sz="3000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CDCEC7BA-67A1-18CD-EDE9-8ECE90B2F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5A5B9D1-03B5-3826-1DBD-EECAF421F9D1}"/>
              </a:ext>
            </a:extLst>
          </p:cNvPr>
          <p:cNvSpPr txBox="1"/>
          <p:nvPr/>
        </p:nvSpPr>
        <p:spPr>
          <a:xfrm>
            <a:off x="7504923" y="5232936"/>
            <a:ext cx="355496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Tempo:  </a:t>
            </a:r>
            <a:r>
              <a:rPr lang="pt-BR" sz="2800" b="1"/>
              <a:t>1 minuto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4056836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74FD-86CF-8DBB-5D39-4C14AD72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58E37-B9B8-7BFA-BAD7-56178F9A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9" y="65504"/>
            <a:ext cx="9945232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Base de dados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AB9167-9730-D943-579C-98545552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0531BB-5FF8-BA4D-0B10-873161AF6CF5}"/>
              </a:ext>
            </a:extLst>
          </p:cNvPr>
          <p:cNvSpPr txBox="1"/>
          <p:nvPr/>
        </p:nvSpPr>
        <p:spPr>
          <a:xfrm>
            <a:off x="283689" y="1394231"/>
            <a:ext cx="1160076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000" dirty="0">
                <a:highlight>
                  <a:srgbClr val="FFFFFF"/>
                </a:highlight>
              </a:rPr>
              <a:t>Explicar a Base de dados: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3000" dirty="0">
                <a:highlight>
                  <a:srgbClr val="FFFFFF"/>
                </a:highlight>
              </a:rPr>
              <a:t>Explicar de onde vieram os dados,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3000" dirty="0">
                <a:highlight>
                  <a:srgbClr val="FFFFFF"/>
                </a:highlight>
              </a:rPr>
              <a:t>o link da base de dados,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3000" dirty="0">
                <a:highlight>
                  <a:srgbClr val="FFFFFF"/>
                </a:highlight>
              </a:rPr>
              <a:t>o tamanho da base de dados,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3000" dirty="0">
                <a:highlight>
                  <a:srgbClr val="FFFFFF"/>
                </a:highlight>
              </a:rPr>
              <a:t>se precisou tratar fortemente os dados, ou não?</a:t>
            </a:r>
            <a:endParaRPr lang="pt-BR" sz="3000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57DC3E56-6044-0CC7-A0E9-65863F801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739434A-330C-D2DA-F286-CF4964AC97C0}"/>
              </a:ext>
            </a:extLst>
          </p:cNvPr>
          <p:cNvSpPr txBox="1"/>
          <p:nvPr/>
        </p:nvSpPr>
        <p:spPr>
          <a:xfrm>
            <a:off x="7425968" y="4863604"/>
            <a:ext cx="355496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Tempo:  2 a 3 minutos</a:t>
            </a:r>
          </a:p>
        </p:txBody>
      </p:sp>
    </p:spTree>
    <p:extLst>
      <p:ext uri="{BB962C8B-B14F-4D97-AF65-F5344CB8AC3E}">
        <p14:creationId xmlns:p14="http://schemas.microsoft.com/office/powerpoint/2010/main" val="223563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7C0EA-0A63-97EA-744A-912E1B768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F589B-F1BB-40CC-3084-43986F559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9" y="65504"/>
            <a:ext cx="9945232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Resultados Alcançados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5AD938-02FE-2FBA-43BD-0348BD56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B0E4AF5-3F99-BCD4-12B7-F04CB04182D8}"/>
              </a:ext>
            </a:extLst>
          </p:cNvPr>
          <p:cNvSpPr txBox="1"/>
          <p:nvPr/>
        </p:nvSpPr>
        <p:spPr>
          <a:xfrm>
            <a:off x="283689" y="1394231"/>
            <a:ext cx="1160076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000" dirty="0">
                <a:highlight>
                  <a:srgbClr val="FFFFFF"/>
                </a:highlight>
              </a:rPr>
              <a:t>Explicar sobre os 4 principais resultados do Trabalho: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pt-BR" sz="3000" dirty="0">
                <a:highlight>
                  <a:srgbClr val="FFFFFF"/>
                </a:highlight>
              </a:rPr>
              <a:t>Análise Descritiva da Base de dados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pt-BR" sz="3000" dirty="0">
                <a:highlight>
                  <a:srgbClr val="FFFFFF"/>
                </a:highlight>
              </a:rPr>
              <a:t>Regressão Linear Simples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pt-BR" sz="3000" dirty="0">
                <a:highlight>
                  <a:srgbClr val="FFFFFF"/>
                </a:highlight>
              </a:rPr>
              <a:t>Distribuição de Frequências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pt-BR" sz="3000" dirty="0">
                <a:highlight>
                  <a:srgbClr val="FFFFFF"/>
                </a:highlight>
              </a:rPr>
              <a:t>Identificação de </a:t>
            </a:r>
            <a:r>
              <a:rPr lang="pt-BR" sz="3000" i="1" dirty="0">
                <a:highlight>
                  <a:srgbClr val="FFFFFF"/>
                </a:highlight>
              </a:rPr>
              <a:t>Outliers</a:t>
            </a:r>
            <a:endParaRPr lang="pt-BR" sz="3000" i="1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906B9BA9-2D03-4373-5C45-570071796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FC1A0BD-8654-A13D-D252-D1A269571B0D}"/>
              </a:ext>
            </a:extLst>
          </p:cNvPr>
          <p:cNvSpPr txBox="1"/>
          <p:nvPr/>
        </p:nvSpPr>
        <p:spPr>
          <a:xfrm>
            <a:off x="2541037" y="4417358"/>
            <a:ext cx="8142513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📊 Aqui os alunos explicam </a:t>
            </a:r>
            <a:r>
              <a:rPr lang="pt-BR" sz="2400" b="1" dirty="0">
                <a:solidFill>
                  <a:srgbClr val="FF0000"/>
                </a:solidFill>
              </a:rPr>
              <a:t>OS RESULTADOS OBTIDOS</a:t>
            </a:r>
            <a:r>
              <a:rPr lang="pt-BR" sz="2400" dirty="0"/>
              <a:t>: </a:t>
            </a:r>
            <a:r>
              <a:rPr lang="pt-BR" sz="2400" b="1" dirty="0"/>
              <a:t>Tabelas</a:t>
            </a:r>
            <a:r>
              <a:rPr lang="pt-BR" sz="2400" dirty="0"/>
              <a:t>, </a:t>
            </a:r>
            <a:r>
              <a:rPr lang="pt-BR" sz="2400" b="1" dirty="0"/>
              <a:t>Desvio Padrão</a:t>
            </a:r>
            <a:r>
              <a:rPr lang="pt-BR" sz="2400" dirty="0"/>
              <a:t>, </a:t>
            </a:r>
            <a:r>
              <a:rPr lang="pt-BR" sz="2400" b="1" dirty="0"/>
              <a:t>Gráficos</a:t>
            </a:r>
            <a:r>
              <a:rPr lang="pt-BR" sz="2400" dirty="0"/>
              <a:t>., além de informar que tipo de análise foi realizada, descritiva? Preditiva? Prescritiva? Devem explicar o porque daqueles resultados, mesmo que seja uma análise crítica visual dos resultados.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FD9E39-31BE-92B2-3645-0E4C1F89F097}"/>
              </a:ext>
            </a:extLst>
          </p:cNvPr>
          <p:cNvSpPr txBox="1"/>
          <p:nvPr/>
        </p:nvSpPr>
        <p:spPr>
          <a:xfrm>
            <a:off x="7798837" y="2256873"/>
            <a:ext cx="355496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Tempo:  5 a 6 minutos</a:t>
            </a:r>
          </a:p>
        </p:txBody>
      </p:sp>
    </p:spTree>
    <p:extLst>
      <p:ext uri="{BB962C8B-B14F-4D97-AF65-F5344CB8AC3E}">
        <p14:creationId xmlns:p14="http://schemas.microsoft.com/office/powerpoint/2010/main" val="2269847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90FA9-C88D-F50B-C029-C6940C72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47539-7F18-F0FD-6DCD-390D14EE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9" y="65504"/>
            <a:ext cx="9945232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Análise Final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B67AF8-B2D6-D22F-A73A-79C80A3B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7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F4F294C-D407-67AE-6CA4-89E9C9B0EC82}"/>
              </a:ext>
            </a:extLst>
          </p:cNvPr>
          <p:cNvSpPr txBox="1"/>
          <p:nvPr/>
        </p:nvSpPr>
        <p:spPr>
          <a:xfrm>
            <a:off x="283689" y="1394231"/>
            <a:ext cx="116007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000" dirty="0">
                <a:highlight>
                  <a:srgbClr val="FFFFFF"/>
                </a:highlight>
              </a:rPr>
              <a:t>Explicar </a:t>
            </a:r>
            <a:r>
              <a:rPr lang="pt-BR" sz="3000" b="1" dirty="0">
                <a:highlight>
                  <a:srgbClr val="FFFFFF"/>
                </a:highlight>
              </a:rPr>
              <a:t>A Análise Final da equipe </a:t>
            </a:r>
            <a:r>
              <a:rPr lang="pt-BR" sz="3000" dirty="0">
                <a:highlight>
                  <a:srgbClr val="FFFFFF"/>
                </a:highlight>
              </a:rPr>
              <a:t>resultante do que foi obtido com a implementação.</a:t>
            </a:r>
            <a:endParaRPr lang="pt-BR" sz="3000" i="1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CF58B1C5-5BAB-738D-68A1-D5D3A3F4A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857F4C-EAB5-1B39-2516-DF50773E0A80}"/>
              </a:ext>
            </a:extLst>
          </p:cNvPr>
          <p:cNvSpPr txBox="1"/>
          <p:nvPr/>
        </p:nvSpPr>
        <p:spPr>
          <a:xfrm>
            <a:off x="7425968" y="4863604"/>
            <a:ext cx="355496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Tempo:  1 minuto</a:t>
            </a:r>
          </a:p>
        </p:txBody>
      </p:sp>
    </p:spTree>
    <p:extLst>
      <p:ext uri="{BB962C8B-B14F-4D97-AF65-F5344CB8AC3E}">
        <p14:creationId xmlns:p14="http://schemas.microsoft.com/office/powerpoint/2010/main" val="595968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14037</TotalTime>
  <Words>246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TÍTULO DO TRABALHO</vt:lpstr>
      <vt:lpstr>Introdução</vt:lpstr>
      <vt:lpstr>Objetivos Geral e Específico</vt:lpstr>
      <vt:lpstr>Ferramentas Usadas </vt:lpstr>
      <vt:lpstr>Base de dados</vt:lpstr>
      <vt:lpstr>Resultados Alcançados</vt:lpstr>
      <vt:lpstr>Análise 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</dc:title>
  <dc:creator>simone gama</dc:creator>
  <cp:lastModifiedBy>Simone Gama</cp:lastModifiedBy>
  <cp:revision>612</cp:revision>
  <dcterms:created xsi:type="dcterms:W3CDTF">2020-01-31T14:11:17Z</dcterms:created>
  <dcterms:modified xsi:type="dcterms:W3CDTF">2026-05-11T17:55:38Z</dcterms:modified>
</cp:coreProperties>
</file>